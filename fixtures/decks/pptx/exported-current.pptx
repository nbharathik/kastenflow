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[kasten s-b57ev6m7]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a question: what could the model not answer alone?</a:t>
            </a:r>
          </a:p>
          <a:p>
            <a:endParaRPr lang="en-US" dirty="0"/>
          </a:p>
          <a:p>
            <a:r>
              <a:rPr lang="en-US" dirty="0"/>
              <a:t>[kasten s-0kr3m6c6]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[kasten s-9zzm6ti7]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[kasten s-gvhsk6tg]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[kasten s-k7wlmusg]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[kasten s-xpny1g0z]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333500"/>
            <a:ext cx="7924800" cy="1409700"/>
          </a:xfrm>
        </p:spPr>
        <p:txBody>
          <a:bodyPr wrap="square" lIns="91440" tIns="45720" rIns="91440" bIns="45720" rtlCol="0" anchor="b">
            <a:noAutofit/>
          </a:bodyPr>
          <a:lstStyle>
            <a:lvl1pPr marL="0" indent="0"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None/>
              <a:defRPr lang="en-US" sz="4400" b="1" i="0" dirty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2895600"/>
            <a:ext cx="7924800" cy="914400"/>
          </a:xfrm>
        </p:spPr>
        <p:txBody>
          <a:bodyPr wrap="square" lIns="91440" tIns="45720" rIns="91440" bIns="45720" rtlCol="0" anchor="t">
            <a:noAutofit/>
          </a:bodyPr>
          <a:lstStyle>
            <a:lvl1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lang="en-US" sz="2000" b="0" i="0" dirty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subtitle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638300"/>
            <a:ext cx="7924800" cy="1028700"/>
          </a:xfrm>
        </p:spPr>
        <p:txBody>
          <a:bodyPr wrap="square" lIns="91440" tIns="45720" rIns="91440" bIns="45720" rtlCol="0" anchor="b">
            <a:noAutofit/>
          </a:bodyPr>
          <a:lstStyle>
            <a:lvl1pPr marL="0" indent="0"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None/>
              <a:defRPr lang="en-US" sz="4400" b="1" i="0" dirty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2819400"/>
            <a:ext cx="7924800" cy="685800"/>
          </a:xfrm>
        </p:spPr>
        <p:txBody>
          <a:bodyPr wrap="square" lIns="91440" tIns="45720" rIns="91440" bIns="45720" rtlCol="0" anchor="t">
            <a:noAutofit/>
          </a:bodyPr>
          <a:lstStyle>
            <a:lvl1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lang="en-US" sz="2000" b="0" i="0" dirty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subtitle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Title +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42900"/>
            <a:ext cx="7924800" cy="914400"/>
          </a:xfrm>
        </p:spPr>
        <p:txBody>
          <a:bodyPr wrap="square" lIns="91440" tIns="45720" rIns="91440" bIns="45720" rtlCol="0" anchor="ctr">
            <a:noAutofit/>
          </a:bodyPr>
          <a:lstStyle>
            <a:lvl1pPr marL="0" indent="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  <a:defRPr lang="en-US" sz="3600" b="1" i="0" dirty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09700"/>
            <a:ext cx="7924800" cy="3276600"/>
          </a:xfrm>
        </p:spPr>
        <p:txBody>
          <a:bodyPr wrap="square" lIns="91440" tIns="45720" rIns="91440" bIns="45720" rtlCol="0" anchor="t">
            <a:noAutofit/>
          </a:bodyPr>
          <a:lstStyle>
            <a:lvl1pPr marL="2286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●"/>
              <a:defRPr lang="en-US" sz="2200" b="0" i="0" dirty="0">
                <a:solidFill>
                  <a:schemeClr val="tx1"/>
                </a:solidFill>
                <a:latin typeface="+mn-lt"/>
              </a:defRPr>
            </a:lvl1pPr>
            <a:lvl2pPr marL="4572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○"/>
              <a:defRPr lang="en-US" sz="2200" b="0" i="0" dirty="0">
                <a:solidFill>
                  <a:schemeClr val="tx1"/>
                </a:solidFill>
                <a:latin typeface="+mn-lt"/>
              </a:defRPr>
            </a:lvl2pPr>
            <a:lvl3pPr marL="6858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■"/>
              <a:defRPr lang="en-US" sz="2200" b="0" i="0" dirty="0">
                <a:solidFill>
                  <a:schemeClr val="tx1"/>
                </a:solidFill>
                <a:latin typeface="+mn-lt"/>
              </a:defRPr>
            </a:lvl3pPr>
            <a:lvl4pPr marL="9144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●"/>
              <a:defRPr lang="en-US" sz="2200" b="0" i="0" dirty="0">
                <a:solidFill>
                  <a:schemeClr val="tx1"/>
                </a:solidFill>
                <a:latin typeface="+mn-lt"/>
              </a:defRPr>
            </a:lvl4pPr>
            <a:lvl5pPr marL="11430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○"/>
              <a:defRPr lang="en-US" sz="2200" b="0" i="0" dirty="0">
                <a:solidFill>
                  <a:schemeClr val="tx1"/>
                </a:solidFill>
                <a:latin typeface="+mn-lt"/>
              </a:defRPr>
            </a:lvl5pPr>
          </a:lstStyle>
          <a:p>
            <a:r>
              <a:rPr lang="en-US" dirty="0"/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42900"/>
            <a:ext cx="7924800" cy="914400"/>
          </a:xfrm>
        </p:spPr>
        <p:txBody>
          <a:bodyPr wrap="square" lIns="91440" tIns="45720" rIns="91440" bIns="45720" rtlCol="0" anchor="ctr">
            <a:noAutofit/>
          </a:bodyPr>
          <a:lstStyle>
            <a:lvl1pPr marL="0" indent="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  <a:defRPr lang="en-US" sz="3600" b="1" i="0" dirty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42900"/>
            <a:ext cx="7924800" cy="914400"/>
          </a:xfrm>
        </p:spPr>
        <p:txBody>
          <a:bodyPr wrap="square" lIns="91440" tIns="45720" rIns="91440" bIns="45720" rtlCol="0" anchor="ctr">
            <a:noAutofit/>
          </a:bodyPr>
          <a:lstStyle>
            <a:lvl1pPr marL="0" indent="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  <a:defRPr lang="en-US" sz="3600" b="1" i="0" dirty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09700"/>
            <a:ext cx="3810000" cy="3276600"/>
          </a:xfrm>
        </p:spPr>
        <p:txBody>
          <a:bodyPr wrap="square" lIns="91440" tIns="45720" rIns="91440" bIns="45720" rtlCol="0" anchor="t">
            <a:noAutofit/>
          </a:bodyPr>
          <a:lstStyle>
            <a:lvl1pPr marL="2286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●"/>
              <a:defRPr lang="en-US" sz="2200" b="0" i="0" dirty="0">
                <a:solidFill>
                  <a:schemeClr val="tx1"/>
                </a:solidFill>
                <a:latin typeface="+mn-lt"/>
              </a:defRPr>
            </a:lvl1pPr>
            <a:lvl2pPr marL="4572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○"/>
              <a:defRPr lang="en-US" sz="2200" b="0" i="0" dirty="0">
                <a:solidFill>
                  <a:schemeClr val="tx1"/>
                </a:solidFill>
                <a:latin typeface="+mn-lt"/>
              </a:defRPr>
            </a:lvl2pPr>
            <a:lvl3pPr marL="6858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■"/>
              <a:defRPr lang="en-US" sz="2200" b="0" i="0" dirty="0">
                <a:solidFill>
                  <a:schemeClr val="tx1"/>
                </a:solidFill>
                <a:latin typeface="+mn-lt"/>
              </a:defRPr>
            </a:lvl3pPr>
            <a:lvl4pPr marL="9144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●"/>
              <a:defRPr lang="en-US" sz="2200" b="0" i="0" dirty="0">
                <a:solidFill>
                  <a:schemeClr val="tx1"/>
                </a:solidFill>
                <a:latin typeface="+mn-lt"/>
              </a:defRPr>
            </a:lvl4pPr>
            <a:lvl5pPr marL="11430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○"/>
              <a:defRPr lang="en-US" sz="2200" b="0" i="0" dirty="0">
                <a:solidFill>
                  <a:schemeClr val="tx1"/>
                </a:solidFill>
                <a:latin typeface="+mn-lt"/>
              </a:defRPr>
            </a:lvl5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724400" y="1409700"/>
            <a:ext cx="3810000" cy="3276600"/>
          </a:xfrm>
        </p:spPr>
        <p:txBody>
          <a:bodyPr wrap="square" lIns="91440" tIns="45720" rIns="91440" bIns="45720" rtlCol="0" anchor="t">
            <a:noAutofit/>
          </a:bodyPr>
          <a:lstStyle>
            <a:lvl1pPr marL="2286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●"/>
              <a:defRPr lang="en-US" sz="2200" b="0" i="0" dirty="0">
                <a:solidFill>
                  <a:schemeClr val="tx1"/>
                </a:solidFill>
                <a:latin typeface="+mn-lt"/>
              </a:defRPr>
            </a:lvl1pPr>
            <a:lvl2pPr marL="4572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○"/>
              <a:defRPr lang="en-US" sz="2200" b="0" i="0" dirty="0">
                <a:solidFill>
                  <a:schemeClr val="tx1"/>
                </a:solidFill>
                <a:latin typeface="+mn-lt"/>
              </a:defRPr>
            </a:lvl2pPr>
            <a:lvl3pPr marL="6858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■"/>
              <a:defRPr lang="en-US" sz="2200" b="0" i="0" dirty="0">
                <a:solidFill>
                  <a:schemeClr val="tx1"/>
                </a:solidFill>
                <a:latin typeface="+mn-lt"/>
              </a:defRPr>
            </a:lvl3pPr>
            <a:lvl4pPr marL="9144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●"/>
              <a:defRPr lang="en-US" sz="2200" b="0" i="0" dirty="0">
                <a:solidFill>
                  <a:schemeClr val="tx1"/>
                </a:solidFill>
                <a:latin typeface="+mn-lt"/>
              </a:defRPr>
            </a:lvl4pPr>
            <a:lvl5pPr marL="11430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○"/>
              <a:defRPr lang="en-US" sz="2200" b="0" i="0" dirty="0">
                <a:solidFill>
                  <a:schemeClr val="tx1"/>
                </a:solidFill>
                <a:latin typeface="+mn-lt"/>
              </a:defRPr>
            </a:lvl5pPr>
          </a:lstStyle>
          <a:p>
            <a:r>
              <a:rPr lang="en-US" dirty="0"/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42900"/>
            <a:ext cx="7924800" cy="914400"/>
          </a:xfrm>
        </p:spPr>
        <p:txBody>
          <a:bodyPr wrap="square" lIns="91440" tIns="45720" rIns="91440" bIns="45720" rtlCol="0" anchor="ctr">
            <a:noAutofit/>
          </a:bodyPr>
          <a:lstStyle>
            <a:lvl1pPr marL="0" indent="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  <a:defRPr lang="en-US" sz="3600" b="1" i="0" dirty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09700"/>
            <a:ext cx="3810000" cy="3276600"/>
          </a:xfrm>
        </p:spPr>
        <p:txBody>
          <a:bodyPr wrap="square" lIns="91440" tIns="45720" rIns="91440" bIns="45720" rtlCol="0" anchor="t">
            <a:noAutofit/>
          </a:bodyPr>
          <a:lstStyle>
            <a:lvl1pPr marL="2286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●"/>
              <a:defRPr lang="en-US" sz="2200" b="0" i="0" dirty="0">
                <a:solidFill>
                  <a:schemeClr val="tx1"/>
                </a:solidFill>
                <a:latin typeface="+mn-lt"/>
              </a:defRPr>
            </a:lvl1pPr>
            <a:lvl2pPr marL="4572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○"/>
              <a:defRPr lang="en-US" sz="2200" b="0" i="0" dirty="0">
                <a:solidFill>
                  <a:schemeClr val="tx1"/>
                </a:solidFill>
                <a:latin typeface="+mn-lt"/>
              </a:defRPr>
            </a:lvl2pPr>
            <a:lvl3pPr marL="6858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■"/>
              <a:defRPr lang="en-US" sz="2200" b="0" i="0" dirty="0">
                <a:solidFill>
                  <a:schemeClr val="tx1"/>
                </a:solidFill>
                <a:latin typeface="+mn-lt"/>
              </a:defRPr>
            </a:lvl3pPr>
            <a:lvl4pPr marL="9144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●"/>
              <a:defRPr lang="en-US" sz="2200" b="0" i="0" dirty="0">
                <a:solidFill>
                  <a:schemeClr val="tx1"/>
                </a:solidFill>
                <a:latin typeface="+mn-lt"/>
              </a:defRPr>
            </a:lvl4pPr>
            <a:lvl5pPr marL="11430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○"/>
              <a:defRPr lang="en-US" sz="2200" b="0" i="0" dirty="0">
                <a:solidFill>
                  <a:schemeClr val="tx1"/>
                </a:solidFill>
                <a:latin typeface="+mn-lt"/>
              </a:defRPr>
            </a:lvl5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idx="2"/>
          </p:nvPr>
        </p:nvSpPr>
        <p:spPr>
          <a:xfrm>
            <a:off x="4724400" y="1409700"/>
            <a:ext cx="3810000" cy="3276600"/>
          </a:xfrm>
        </p:spPr>
        <p:txBody>
          <a:bodyPr wrap="square" lIns="91440" tIns="45720" rIns="91440" bIns="45720" rtlCol="0" anchor="ctr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i="0" dirty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image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userDrawn="1">
  <p:cSld name="Ima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342900"/>
            <a:ext cx="7924800" cy="3810000"/>
          </a:xfrm>
        </p:spPr>
        <p:txBody>
          <a:bodyPr wrap="square" lIns="91440" tIns="45720" rIns="91440" bIns="45720" rtlCol="0" anchor="ctr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i="0" dirty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image</a:t>
            </a:r>
            <a:endParaRPr lang="en-US" dirty="0"/>
          </a:p>
        </p:txBody>
      </p:sp>
      <p:sp>
        <p:nvSpPr>
          <p:cNvPr id="3" name="Text Placeholder 3"/>
          <p:cNvSpPr>
            <a:spLocks noGrp="1"/>
          </p:cNvSpPr>
          <p:nvPr>
            <p:ph type="body" idx="2"/>
          </p:nvPr>
        </p:nvSpPr>
        <p:spPr>
          <a:xfrm>
            <a:off x="609600" y="4267200"/>
            <a:ext cx="7924800" cy="419100"/>
          </a:xfrm>
        </p:spPr>
        <p:txBody>
          <a:bodyPr wrap="square" lIns="91440" tIns="45720" rIns="91440" bIns="45720" rtlCol="0" anchor="t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i="0" dirty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caption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42900"/>
            <a:ext cx="7924800" cy="914400"/>
          </a:xfrm>
        </p:spPr>
        <p:txBody>
          <a:bodyPr wrap="square" lIns="91440" tIns="45720" rIns="91440" bIns="45720" rtlCol="0" anchor="ctr">
            <a:noAutofit/>
          </a:bodyPr>
          <a:lstStyle>
            <a:lvl1pPr marL="0" indent="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  <a:defRPr lang="en-US" sz="3600" b="1" i="0" dirty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09700"/>
            <a:ext cx="7924800" cy="3276600"/>
          </a:xfrm>
        </p:spPr>
        <p:txBody>
          <a:bodyPr wrap="square" lIns="91440" tIns="45720" rIns="91440" bIns="45720" rtlCol="0" anchor="t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lang="en-US" sz="1600" b="0" i="0" dirty="0">
                <a:solidFill>
                  <a:schemeClr val="tx1"/>
                </a:solidFill>
                <a:latin typeface="Roboto Mono" pitchFamily="49" charset="0"/>
              </a:defRPr>
            </a:lvl1pPr>
          </a:lstStyle>
          <a:p>
            <a:r>
              <a:rPr lang="en-US" dirty="0"/>
              <a:t>Click to add code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42900"/>
            <a:ext cx="7924800" cy="914400"/>
          </a:xfrm>
        </p:spPr>
        <p:txBody>
          <a:bodyPr wrap="square" lIns="91440" tIns="45720" rIns="91440" bIns="45720" rtlCol="0" anchor="ctr">
            <a:noAutofit/>
          </a:bodyPr>
          <a:lstStyle>
            <a:lvl1pPr marL="0" indent="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  <a:defRPr lang="en-US" sz="3600" b="1" i="0" dirty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09700"/>
            <a:ext cx="3810000" cy="419100"/>
          </a:xfrm>
        </p:spPr>
        <p:txBody>
          <a:bodyPr wrap="square" lIns="91440" tIns="45720" rIns="91440" bIns="45720" rtlCol="0" anchor="b">
            <a:noAutofit/>
          </a:bodyPr>
          <a:lstStyle>
            <a:lvl1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lang="en-US" sz="2000" b="0" i="0" dirty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label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724400" y="1409700"/>
            <a:ext cx="3810000" cy="419100"/>
          </a:xfrm>
        </p:spPr>
        <p:txBody>
          <a:bodyPr wrap="square" lIns="91440" tIns="45720" rIns="91440" bIns="45720" rtlCol="0" anchor="b">
            <a:noAutofit/>
          </a:bodyPr>
          <a:lstStyle>
            <a:lvl1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lang="en-US" sz="2000" b="0" i="0" dirty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label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>
          <a:xfrm>
            <a:off x="609600" y="1905000"/>
            <a:ext cx="3810000" cy="2781300"/>
          </a:xfrm>
        </p:spPr>
        <p:txBody>
          <a:bodyPr wrap="square" lIns="91440" tIns="45720" rIns="91440" bIns="45720" rtlCol="0" anchor="t">
            <a:noAutofit/>
          </a:bodyPr>
          <a:lstStyle>
            <a:lvl1pPr marL="2286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●"/>
              <a:defRPr lang="en-US" sz="2200" b="0" i="0" dirty="0">
                <a:solidFill>
                  <a:schemeClr val="tx1"/>
                </a:solidFill>
                <a:latin typeface="+mn-lt"/>
              </a:defRPr>
            </a:lvl1pPr>
            <a:lvl2pPr marL="4572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○"/>
              <a:defRPr lang="en-US" sz="2200" b="0" i="0" dirty="0">
                <a:solidFill>
                  <a:schemeClr val="tx1"/>
                </a:solidFill>
                <a:latin typeface="+mn-lt"/>
              </a:defRPr>
            </a:lvl2pPr>
            <a:lvl3pPr marL="6858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■"/>
              <a:defRPr lang="en-US" sz="2200" b="0" i="0" dirty="0">
                <a:solidFill>
                  <a:schemeClr val="tx1"/>
                </a:solidFill>
                <a:latin typeface="+mn-lt"/>
              </a:defRPr>
            </a:lvl3pPr>
            <a:lvl4pPr marL="9144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●"/>
              <a:defRPr lang="en-US" sz="2200" b="0" i="0" dirty="0">
                <a:solidFill>
                  <a:schemeClr val="tx1"/>
                </a:solidFill>
                <a:latin typeface="+mn-lt"/>
              </a:defRPr>
            </a:lvl4pPr>
            <a:lvl5pPr marL="11430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○"/>
              <a:defRPr lang="en-US" sz="2200" b="0" i="0" dirty="0">
                <a:solidFill>
                  <a:schemeClr val="tx1"/>
                </a:solidFill>
                <a:latin typeface="+mn-lt"/>
              </a:defRPr>
            </a:lvl5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>
          <a:xfrm>
            <a:off x="4724400" y="1905000"/>
            <a:ext cx="3810000" cy="2781300"/>
          </a:xfrm>
        </p:spPr>
        <p:txBody>
          <a:bodyPr wrap="square" lIns="91440" tIns="45720" rIns="91440" bIns="45720" rtlCol="0" anchor="t">
            <a:noAutofit/>
          </a:bodyPr>
          <a:lstStyle>
            <a:lvl1pPr marL="2286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●"/>
              <a:defRPr lang="en-US" sz="2200" b="0" i="0" dirty="0">
                <a:solidFill>
                  <a:schemeClr val="tx1"/>
                </a:solidFill>
                <a:latin typeface="+mn-lt"/>
              </a:defRPr>
            </a:lvl1pPr>
            <a:lvl2pPr marL="4572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○"/>
              <a:defRPr lang="en-US" sz="2200" b="0" i="0" dirty="0">
                <a:solidFill>
                  <a:schemeClr val="tx1"/>
                </a:solidFill>
                <a:latin typeface="+mn-lt"/>
              </a:defRPr>
            </a:lvl2pPr>
            <a:lvl3pPr marL="6858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■"/>
              <a:defRPr lang="en-US" sz="2200" b="0" i="0" dirty="0">
                <a:solidFill>
                  <a:schemeClr val="tx1"/>
                </a:solidFill>
                <a:latin typeface="+mn-lt"/>
              </a:defRPr>
            </a:lvl3pPr>
            <a:lvl4pPr marL="9144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●"/>
              <a:defRPr lang="en-US" sz="2200" b="0" i="0" dirty="0">
                <a:solidFill>
                  <a:schemeClr val="tx1"/>
                </a:solidFill>
                <a:latin typeface="+mn-lt"/>
              </a:defRPr>
            </a:lvl4pPr>
            <a:lvl5pPr marL="11430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○"/>
              <a:defRPr lang="en-US" sz="2200" b="0" i="0" dirty="0">
                <a:solidFill>
                  <a:schemeClr val="tx1"/>
                </a:solidFill>
                <a:latin typeface="+mn-lt"/>
              </a:defRPr>
            </a:lvl5pPr>
          </a:lstStyle>
          <a:p>
            <a:r>
              <a:rPr lang="en-US" dirty="0"/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71600"/>
            <a:ext cx="7924800" cy="1676400"/>
          </a:xfrm>
        </p:spPr>
        <p:txBody>
          <a:bodyPr wrap="square" lIns="91440" tIns="45720" rIns="91440" bIns="45720" rtlCol="0" anchor="b">
            <a:noAutofit/>
          </a:bodyPr>
          <a:lstStyle>
            <a:lvl1pPr marL="0" indent="0" algn="l">
              <a:lnSpc>
                <a:spcPts val="9600"/>
              </a:lnSpc>
              <a:spcBef>
                <a:spcPts val="0"/>
              </a:spcBef>
              <a:spcAft>
                <a:spcPts val="0"/>
              </a:spcAft>
              <a:buNone/>
              <a:defRPr lang="en-US" sz="9600" b="1" i="0" dirty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Click to add number</a:t>
            </a:r>
            <a:endParaRPr lang="en-US" dirty="0"/>
          </a:p>
        </p:txBody>
      </p:sp>
      <p:sp>
        <p:nvSpPr>
          <p:cNvPr id="3" name="Text Placeholder 3"/>
          <p:cNvSpPr>
            <a:spLocks noGrp="1"/>
          </p:cNvSpPr>
          <p:nvPr>
            <p:ph type="body" idx="2"/>
          </p:nvPr>
        </p:nvSpPr>
        <p:spPr>
          <a:xfrm>
            <a:off x="609600" y="3124200"/>
            <a:ext cx="7924800" cy="685800"/>
          </a:xfrm>
        </p:spPr>
        <p:txBody>
          <a:bodyPr wrap="square" lIns="91440" tIns="45720" rIns="91440" bIns="45720" rtlCol="0" anchor="t">
            <a:noAutofit/>
          </a:bodyPr>
          <a:lstStyle>
            <a:lvl1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lang="en-US" sz="2000" b="0" i="0" dirty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label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/>
          </p:cNvSpPr>
          <p:nvPr>
            <p:ph type="body" idx="1"/>
          </p:nvPr>
        </p:nvSpPr>
        <p:spPr>
          <a:xfrm>
            <a:off x="914400" y="1181100"/>
            <a:ext cx="7315200" cy="2209800"/>
          </a:xfrm>
        </p:spPr>
        <p:txBody>
          <a:bodyPr wrap="square" lIns="91440" tIns="45720" rIns="91440" bIns="45720" rtlCol="0" anchor="b">
            <a:noAutofit/>
          </a:bodyPr>
          <a:lstStyle>
            <a:lvl1pPr marL="0" indent="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defRPr lang="en-US" sz="3200" b="0" i="1" dirty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quote</a:t>
            </a:r>
            <a:endParaRPr lang="en-US" dirty="0"/>
          </a:p>
        </p:txBody>
      </p:sp>
      <p:sp>
        <p:nvSpPr>
          <p:cNvPr id="3" name="Text Placeholder 3"/>
          <p:cNvSpPr>
            <a:spLocks noGrp="1"/>
          </p:cNvSpPr>
          <p:nvPr>
            <p:ph type="body" idx="2"/>
          </p:nvPr>
        </p:nvSpPr>
        <p:spPr>
          <a:xfrm>
            <a:off x="914400" y="3543300"/>
            <a:ext cx="7315200" cy="457200"/>
          </a:xfrm>
        </p:spPr>
        <p:txBody>
          <a:bodyPr wrap="square" lIns="91440" tIns="45720" rIns="91440" bIns="45720" rtlCol="0" anchor="t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i="0" dirty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attribution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42900"/>
            <a:ext cx="7924800" cy="914400"/>
          </a:xfrm>
        </p:spPr>
        <p:txBody>
          <a:bodyPr wrap="square" lIns="91440" tIns="45720" rIns="91440" bIns="45720" rtlCol="0" anchor="ctr">
            <a:noAutofit/>
          </a:bodyPr>
          <a:lstStyle>
            <a:lvl1pPr marL="0" indent="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  <a:defRPr lang="en-US" sz="3600" b="1" i="0" dirty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09700"/>
            <a:ext cx="7924800" cy="3276600"/>
          </a:xfrm>
        </p:spPr>
        <p:txBody>
          <a:bodyPr wrap="square" lIns="91440" tIns="45720" rIns="91440" bIns="45720" rtlCol="0" anchor="t">
            <a:noAutofit/>
          </a:bodyPr>
          <a:lstStyle>
            <a:lvl1pPr marL="2286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●"/>
              <a:defRPr lang="en-US" sz="2200" b="0" i="0" dirty="0">
                <a:solidFill>
                  <a:schemeClr val="tx1"/>
                </a:solidFill>
                <a:latin typeface="+mn-lt"/>
              </a:defRPr>
            </a:lvl1pPr>
            <a:lvl2pPr marL="4572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○"/>
              <a:defRPr lang="en-US" sz="2200" b="0" i="0" dirty="0">
                <a:solidFill>
                  <a:schemeClr val="tx1"/>
                </a:solidFill>
                <a:latin typeface="+mn-lt"/>
              </a:defRPr>
            </a:lvl2pPr>
            <a:lvl3pPr marL="6858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■"/>
              <a:defRPr lang="en-US" sz="2200" b="0" i="0" dirty="0">
                <a:solidFill>
                  <a:schemeClr val="tx1"/>
                </a:solidFill>
                <a:latin typeface="+mn-lt"/>
              </a:defRPr>
            </a:lvl3pPr>
            <a:lvl4pPr marL="9144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●"/>
              <a:defRPr lang="en-US" sz="2200" b="0" i="0" dirty="0">
                <a:solidFill>
                  <a:schemeClr val="tx1"/>
                </a:solidFill>
                <a:latin typeface="+mn-lt"/>
              </a:defRPr>
            </a:lvl4pPr>
            <a:lvl5pPr marL="11430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○"/>
              <a:defRPr lang="en-US" sz="2200" b="0" i="0" dirty="0">
                <a:solidFill>
                  <a:schemeClr val="tx1"/>
                </a:solidFill>
                <a:latin typeface="+mn-lt"/>
              </a:defRPr>
            </a:lvl5pPr>
          </a:lstStyle>
          <a:p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</p:txBody>
      </p:sp>
      <p:sp>
        <p:nvSpPr>
          <p:cNvPr id="4" name="TextBox 4"/>
          <p:cNvSpPr txBox="1"/>
          <p:nvPr userDrawn="1"/>
        </p:nvSpPr>
        <p:spPr>
          <a:xfrm>
            <a:off x="8191500" y="47625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fld id="{464C4401-0000-4000-8000-000000000001}" type="slidenum">
              <a:rPr lang="en-US" sz="1400" b="0" i="0" dirty="0">
                <a:solidFill>
                  <a:schemeClr val="tx2"/>
                </a:solidFill>
                <a:latin typeface="+mn-lt"/>
              </a:rPr>
              <a:t>‹#›</a:t>
            </a:fld>
            <a:endParaRPr lang="en-US" sz="1400" b="0" i="0" dirty="0">
              <a:solidFill>
                <a:schemeClr val="tx2"/>
              </a:solidFill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0" indent="0" algn="l">
        <a:lnSpc>
          <a:spcPts val="3600"/>
        </a:lnSpc>
        <a:spcBef>
          <a:spcPts val="0"/>
        </a:spcBef>
        <a:spcAft>
          <a:spcPts val="0"/>
        </a:spcAft>
        <a:buNone/>
        <a:defRPr lang="en-US" sz="3600" b="1" i="0" dirty="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ts val="2530"/>
        </a:lnSpc>
        <a:spcBef>
          <a:spcPts val="0"/>
        </a:spcBef>
        <a:spcAft>
          <a:spcPts val="600"/>
        </a:spcAft>
        <a:buFont typeface="Arial"/>
        <a:buChar char="●"/>
        <a:defRPr lang="en-US" sz="2200" b="0" i="0" dirty="0">
          <a:solidFill>
            <a:schemeClr val="tx1"/>
          </a:solidFill>
          <a:latin typeface="+mn-lt"/>
        </a:defRPr>
      </a:lvl1pPr>
      <a:lvl2pPr marL="457200" indent="-228600" algn="l">
        <a:lnSpc>
          <a:spcPts val="2530"/>
        </a:lnSpc>
        <a:spcBef>
          <a:spcPts val="0"/>
        </a:spcBef>
        <a:spcAft>
          <a:spcPts val="600"/>
        </a:spcAft>
        <a:buFont typeface="Arial"/>
        <a:buChar char="○"/>
        <a:defRPr lang="en-US" sz="2200" b="0" i="0" dirty="0">
          <a:solidFill>
            <a:schemeClr val="tx1"/>
          </a:solidFill>
          <a:latin typeface="+mn-lt"/>
        </a:defRPr>
      </a:lvl2pPr>
      <a:lvl3pPr marL="685800" indent="-228600" algn="l">
        <a:lnSpc>
          <a:spcPts val="2530"/>
        </a:lnSpc>
        <a:spcBef>
          <a:spcPts val="0"/>
        </a:spcBef>
        <a:spcAft>
          <a:spcPts val="600"/>
        </a:spcAft>
        <a:buFont typeface="Arial"/>
        <a:buChar char="■"/>
        <a:defRPr lang="en-US" sz="2200" b="0" i="0" dirty="0">
          <a:solidFill>
            <a:schemeClr val="tx1"/>
          </a:solidFill>
          <a:latin typeface="+mn-lt"/>
        </a:defRPr>
      </a:lvl3pPr>
      <a:lvl4pPr marL="914400" indent="-228600" algn="l">
        <a:lnSpc>
          <a:spcPts val="2530"/>
        </a:lnSpc>
        <a:spcBef>
          <a:spcPts val="0"/>
        </a:spcBef>
        <a:spcAft>
          <a:spcPts val="600"/>
        </a:spcAft>
        <a:buFont typeface="Arial"/>
        <a:buChar char="●"/>
        <a:defRPr lang="en-US" sz="2200" b="0" i="0" dirty="0">
          <a:solidFill>
            <a:schemeClr val="tx1"/>
          </a:solidFill>
          <a:latin typeface="+mn-lt"/>
        </a:defRPr>
      </a:lvl4pPr>
      <a:lvl5pPr marL="1143000" indent="-228600" algn="l">
        <a:lnSpc>
          <a:spcPts val="2530"/>
        </a:lnSpc>
        <a:spcBef>
          <a:spcPts val="0"/>
        </a:spcBef>
        <a:spcAft>
          <a:spcPts val="600"/>
        </a:spcAft>
        <a:buFont typeface="Arial"/>
        <a:buChar char="○"/>
        <a:defRPr lang="en-US" sz="2200" b="0" i="0" dirty="0">
          <a:solidFill>
            <a:schemeClr val="tx1"/>
          </a:solidFill>
          <a:latin typeface="+mn-lt"/>
        </a:defRPr>
      </a:lvl5pPr>
      <a:lvl6pPr marL="1371600" indent="-228600" algn="l">
        <a:lnSpc>
          <a:spcPts val="2530"/>
        </a:lnSpc>
        <a:spcBef>
          <a:spcPts val="0"/>
        </a:spcBef>
        <a:spcAft>
          <a:spcPts val="600"/>
        </a:spcAft>
        <a:buFont typeface="Arial"/>
        <a:buChar char="■"/>
        <a:defRPr lang="en-US" sz="2200" b="0" i="0" dirty="0">
          <a:solidFill>
            <a:schemeClr val="tx1"/>
          </a:solidFill>
          <a:latin typeface="+mn-lt"/>
        </a:defRPr>
      </a:lvl6pPr>
      <a:lvl7pPr marL="1600200" indent="-228600" algn="l">
        <a:lnSpc>
          <a:spcPts val="2530"/>
        </a:lnSpc>
        <a:spcBef>
          <a:spcPts val="0"/>
        </a:spcBef>
        <a:spcAft>
          <a:spcPts val="600"/>
        </a:spcAft>
        <a:buFont typeface="Arial"/>
        <a:buChar char="●"/>
        <a:defRPr lang="en-US" sz="2200" b="0" i="0" dirty="0">
          <a:solidFill>
            <a:schemeClr val="tx1"/>
          </a:solidFill>
          <a:latin typeface="+mn-lt"/>
        </a:defRPr>
      </a:lvl7pPr>
      <a:lvl8pPr marL="1828800" indent="-228600" algn="l">
        <a:lnSpc>
          <a:spcPts val="2530"/>
        </a:lnSpc>
        <a:spcBef>
          <a:spcPts val="0"/>
        </a:spcBef>
        <a:spcAft>
          <a:spcPts val="600"/>
        </a:spcAft>
        <a:buFont typeface="Arial"/>
        <a:buChar char="○"/>
        <a:defRPr lang="en-US" sz="2200" b="0" i="0" dirty="0">
          <a:solidFill>
            <a:schemeClr val="tx1"/>
          </a:solidFill>
          <a:latin typeface="+mn-lt"/>
        </a:defRPr>
      </a:lvl8pPr>
      <a:lvl9pPr marL="2057400" indent="-228600" algn="l">
        <a:lnSpc>
          <a:spcPts val="2530"/>
        </a:lnSpc>
        <a:spcBef>
          <a:spcPts val="0"/>
        </a:spcBef>
        <a:spcAft>
          <a:spcPts val="600"/>
        </a:spcAft>
        <a:buFont typeface="Arial"/>
        <a:buChar char="■"/>
        <a:defRPr lang="en-US" sz="2200" b="0" i="0" dirty="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indent="0" algn="l">
        <a:lnSpc>
          <a:spcPts val="2530"/>
        </a:lnSpc>
        <a:spcBef>
          <a:spcPts val="0"/>
        </a:spcBef>
        <a:spcAft>
          <a:spcPts val="600"/>
        </a:spcAft>
        <a:buNone/>
        <a:defRPr lang="en-US" sz="2200" b="0" i="0" dirty="0">
          <a:solidFill>
            <a:schemeClr val="tx1"/>
          </a:solidFill>
          <a:latin typeface="+mn-lt"/>
        </a:defRPr>
      </a:lvl1pPr>
      <a:lvl2pPr marL="228600" indent="0" algn="l">
        <a:lnSpc>
          <a:spcPts val="2530"/>
        </a:lnSpc>
        <a:spcBef>
          <a:spcPts val="0"/>
        </a:spcBef>
        <a:spcAft>
          <a:spcPts val="600"/>
        </a:spcAft>
        <a:buNone/>
        <a:defRPr lang="en-US" sz="2200" b="0" i="0" dirty="0">
          <a:solidFill>
            <a:schemeClr val="tx1"/>
          </a:solidFill>
          <a:latin typeface="+mn-lt"/>
        </a:defRPr>
      </a:lvl2pPr>
      <a:lvl3pPr marL="457200" indent="0" algn="l">
        <a:lnSpc>
          <a:spcPts val="2530"/>
        </a:lnSpc>
        <a:spcBef>
          <a:spcPts val="0"/>
        </a:spcBef>
        <a:spcAft>
          <a:spcPts val="600"/>
        </a:spcAft>
        <a:buNone/>
        <a:defRPr lang="en-US" sz="2200" b="0" i="0" dirty="0">
          <a:solidFill>
            <a:schemeClr val="tx1"/>
          </a:solidFill>
          <a:latin typeface="+mn-lt"/>
        </a:defRPr>
      </a:lvl3pPr>
      <a:lvl4pPr marL="685800" indent="0" algn="l">
        <a:lnSpc>
          <a:spcPts val="2530"/>
        </a:lnSpc>
        <a:spcBef>
          <a:spcPts val="0"/>
        </a:spcBef>
        <a:spcAft>
          <a:spcPts val="600"/>
        </a:spcAft>
        <a:buNone/>
        <a:defRPr lang="en-US" sz="2200" b="0" i="0" dirty="0">
          <a:solidFill>
            <a:schemeClr val="tx1"/>
          </a:solidFill>
          <a:latin typeface="+mn-lt"/>
        </a:defRPr>
      </a:lvl4pPr>
      <a:lvl5pPr marL="914400" indent="0" algn="l">
        <a:lnSpc>
          <a:spcPts val="2530"/>
        </a:lnSpc>
        <a:spcBef>
          <a:spcPts val="0"/>
        </a:spcBef>
        <a:spcAft>
          <a:spcPts val="600"/>
        </a:spcAft>
        <a:buNone/>
        <a:defRPr lang="en-US" sz="2200" b="0" i="0" dirty="0">
          <a:solidFill>
            <a:schemeClr val="tx1"/>
          </a:solidFill>
          <a:latin typeface="+mn-lt"/>
        </a:defRPr>
      </a:lvl5pPr>
      <a:lvl6pPr marL="1143000" indent="0" algn="l">
        <a:lnSpc>
          <a:spcPts val="2530"/>
        </a:lnSpc>
        <a:spcBef>
          <a:spcPts val="0"/>
        </a:spcBef>
        <a:spcAft>
          <a:spcPts val="600"/>
        </a:spcAft>
        <a:buNone/>
        <a:defRPr lang="en-US" sz="2200" b="0" i="0" dirty="0">
          <a:solidFill>
            <a:schemeClr val="tx1"/>
          </a:solidFill>
          <a:latin typeface="+mn-lt"/>
        </a:defRPr>
      </a:lvl6pPr>
      <a:lvl7pPr marL="1371600" indent="0" algn="l">
        <a:lnSpc>
          <a:spcPts val="2530"/>
        </a:lnSpc>
        <a:spcBef>
          <a:spcPts val="0"/>
        </a:spcBef>
        <a:spcAft>
          <a:spcPts val="600"/>
        </a:spcAft>
        <a:buNone/>
        <a:defRPr lang="en-US" sz="2200" b="0" i="0" dirty="0">
          <a:solidFill>
            <a:schemeClr val="tx1"/>
          </a:solidFill>
          <a:latin typeface="+mn-lt"/>
        </a:defRPr>
      </a:lvl7pPr>
      <a:lvl8pPr marL="1600200" indent="0" algn="l">
        <a:lnSpc>
          <a:spcPts val="2530"/>
        </a:lnSpc>
        <a:spcBef>
          <a:spcPts val="0"/>
        </a:spcBef>
        <a:spcAft>
          <a:spcPts val="600"/>
        </a:spcAft>
        <a:buNone/>
        <a:defRPr lang="en-US" sz="2200" b="0" i="0" dirty="0">
          <a:solidFill>
            <a:schemeClr val="tx1"/>
          </a:solidFill>
          <a:latin typeface="+mn-lt"/>
        </a:defRPr>
      </a:lvl8pPr>
      <a:lvl9pPr marL="1828800" indent="0" algn="l">
        <a:lnSpc>
          <a:spcPts val="2530"/>
        </a:lnSpc>
        <a:spcBef>
          <a:spcPts val="0"/>
        </a:spcBef>
        <a:spcAft>
          <a:spcPts val="600"/>
        </a:spcAft>
        <a:buNone/>
        <a:defRPr lang="en-US" sz="2200" b="0" i="0" dirty="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ctrTitle"/>
          </p:nvPr>
        </p:nvSpPr>
        <p:spPr>
          <a:xfrm>
            <a:off x="609600" y="1333500"/>
            <a:ext cx="7924800" cy="14097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Autofit/>
          </a:bodyPr>
          <a:lstStyle/>
          <a:p>
            <a:pPr marL="0" indent="0"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dirty="0">
                <a:solidFill>
                  <a:schemeClr val="tx1"/>
                </a:solidFill>
                <a:latin typeface="+mj-lt"/>
              </a:rPr>
              <a:t>Tool use in language models</a:t>
            </a:r>
            <a:endParaRPr lang="en-US" sz="4400" b="1" i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Subtitle 3"/>
          <p:cNvSpPr>
            <a:spLocks noGrp="1"/>
          </p:cNvSpPr>
          <p:nvPr>
            <p:ph type="subTitle" idx="1"/>
          </p:nvPr>
        </p:nvSpPr>
        <p:spPr>
          <a:xfrm>
            <a:off x="609600" y="2895600"/>
            <a:ext cx="79248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chemeClr val="tx2"/>
                </a:solidFill>
                <a:latin typeface="+mn-lt"/>
              </a:rPr>
              <a:t>How a model decides to call a function</a:t>
            </a:r>
            <a:endParaRPr lang="en-US" sz="2000" b="0" i="0" dirty="0">
              <a:solidFill>
                <a:schemeClr val="tx2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609600" y="342900"/>
            <a:ext cx="79248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dirty="0">
                <a:solidFill>
                  <a:schemeClr val="tx1"/>
                </a:solidFill>
                <a:latin typeface="+mj-lt"/>
              </a:rPr>
              <a:t>Why tools?</a:t>
            </a:r>
            <a:endParaRPr lang="en-US" sz="3600" b="1" i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Text Placeholder 3"/>
          <p:cNvSpPr>
            <a:spLocks noGrp="1"/>
          </p:cNvSpPr>
          <p:nvPr>
            <p:ph type="body" idx="1"/>
          </p:nvPr>
        </p:nvSpPr>
        <p:spPr>
          <a:xfrm>
            <a:off x="609600" y="1409700"/>
            <a:ext cx="7924800" cy="3276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●"/>
            </a:pPr>
            <a:r>
              <a:rPr lang="en-US" sz="2200" b="0" i="0" dirty="0">
                <a:solidFill>
                  <a:schemeClr val="tx1"/>
                </a:solidFill>
                <a:latin typeface="+mn-lt"/>
              </a:rPr>
              <a:t>Models know what they were trained on</a:t>
            </a:r>
            <a:endParaRPr lang="en-US" sz="2200" b="0" i="0" dirty="0">
              <a:solidFill>
                <a:schemeClr val="tx1"/>
              </a:solidFill>
              <a:latin typeface="+mn-lt"/>
            </a:endParaRPr>
          </a:p>
          <a:p>
            <a:pPr marL="571500" indent="-285750" lvl="1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○"/>
            </a:pPr>
            <a:r>
              <a:rPr lang="en-US" sz="2200" b="0" i="0" dirty="0">
                <a:solidFill>
                  <a:schemeClr val="tx1"/>
                </a:solidFill>
                <a:latin typeface="+mn-lt"/>
              </a:rPr>
              <a:t>A tool reaches what they cannot know</a:t>
            </a:r>
            <a:endParaRPr lang="en-US" sz="2200" b="0" i="0" dirty="0">
              <a:solidFill>
                <a:schemeClr val="tx1"/>
              </a:solidFill>
              <a:latin typeface="+mn-lt"/>
            </a:endParaRPr>
          </a:p>
          <a:p>
            <a:pPr marL="571500" indent="-285750" lvl="1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○"/>
            </a:pPr>
            <a:r>
              <a:rPr lang="en-US" sz="2200" b="0" i="0" dirty="0">
                <a:solidFill>
                  <a:schemeClr val="tx1"/>
                </a:solidFill>
                <a:latin typeface="+mn-lt"/>
              </a:rPr>
              <a:t>Search, code, files, calendars</a:t>
            </a:r>
            <a:endParaRPr lang="en-US" sz="2200" b="0" i="0" dirty="0">
              <a:solidFill>
                <a:schemeClr val="tx1"/>
              </a:solidFill>
              <a:latin typeface="+mn-lt"/>
            </a:endParaRPr>
          </a:p>
          <a:p>
            <a:pPr marL="285750" indent="-28575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●"/>
            </a:pPr>
            <a:r>
              <a:rPr lang="en-US" sz="2200" b="0" i="0" dirty="0">
                <a:solidFill>
                  <a:schemeClr val="tx1"/>
                </a:solidFill>
                <a:latin typeface="+mn-lt"/>
              </a:rPr>
              <a:t>Each call is one turn of a conversation</a:t>
            </a:r>
            <a:endParaRPr lang="en-US" sz="2200" b="0" i="0" dirty="0">
              <a:solidFill>
                <a:schemeClr val="tx1"/>
              </a:solidFill>
              <a:latin typeface="+mn-lt"/>
            </a:endParaRPr>
          </a:p>
          <a:p>
            <a:pPr marL="571500" indent="-285750" lvl="1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○"/>
            </a:pPr>
            <a:r>
              <a:rPr lang="en-US" sz="2200" b="0" i="0" dirty="0">
                <a:solidFill>
                  <a:schemeClr val="tx1"/>
                </a:solidFill>
                <a:latin typeface="+mn-lt"/>
              </a:rPr>
              <a:t>The model asks; the host runs it; the answer comes back</a:t>
            </a:r>
            <a:endParaRPr lang="en-US" sz="2200" b="0" i="0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609600" y="342900"/>
            <a:ext cx="79248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dirty="0">
                <a:solidFill>
                  <a:schemeClr val="tx1"/>
                </a:solidFill>
                <a:latin typeface="+mj-lt"/>
              </a:rPr>
              <a:t>The loop</a:t>
            </a:r>
            <a:endParaRPr lang="en-US" sz="3600" b="1" i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Shape 3"/>
          <p:cNvSpPr/>
          <p:nvPr/>
        </p:nvSpPr>
        <p:spPr>
          <a:xfrm>
            <a:off x="857250" y="1905000"/>
            <a:ext cx="2095500" cy="857250"/>
          </a:xfrm>
          <a:prstGeom prst="roundRect">
            <a:avLst/>
          </a:prstGeom>
          <a:solidFill>
            <a:schemeClr val="accent1"/>
          </a:solidFill>
          <a:ln w="9525" cap="flat" cmpd="sng">
            <a:solidFill>
              <a:schemeClr val="tx1">
                <a:alpha val="25000"/>
              </a:schemeClr>
            </a:solidFill>
            <a:prstDash val="solid"/>
            <a:round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b="1" i="0" dirty="0">
                <a:solidFill>
                  <a:schemeClr val="bg1"/>
                </a:solidFill>
                <a:latin typeface="+mn-lt"/>
              </a:rPr>
              <a:t>Model</a:t>
            </a:r>
            <a:endParaRPr lang="en-US" sz="2200" b="1" i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Shape 4"/>
          <p:cNvSpPr/>
          <p:nvPr/>
        </p:nvSpPr>
        <p:spPr>
          <a:xfrm>
            <a:off x="3524250" y="1905000"/>
            <a:ext cx="2095500" cy="857250"/>
          </a:xfrm>
          <a:prstGeom prst="roundRect">
            <a:avLst/>
          </a:prstGeom>
          <a:solidFill>
            <a:schemeClr val="accent2"/>
          </a:solidFill>
          <a:ln w="9525" cap="flat" cmpd="sng">
            <a:solidFill>
              <a:schemeClr val="tx1">
                <a:alpha val="25000"/>
              </a:schemeClr>
            </a:solidFill>
            <a:prstDash val="solid"/>
            <a:round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b="1" i="0" dirty="0">
                <a:solidFill>
                  <a:schemeClr val="bg1"/>
                </a:solidFill>
                <a:latin typeface="+mn-lt"/>
              </a:rPr>
              <a:t>Host</a:t>
            </a:r>
            <a:endParaRPr lang="en-US" sz="2200" b="1" i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Shape 5"/>
          <p:cNvSpPr/>
          <p:nvPr/>
        </p:nvSpPr>
        <p:spPr>
          <a:xfrm>
            <a:off x="6191250" y="1762125"/>
            <a:ext cx="2095500" cy="11430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chemeClr val="tx1">
                <a:alpha val="25000"/>
              </a:schemeClr>
            </a:solidFill>
            <a:prstDash val="solid"/>
            <a:round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b="1" i="0" dirty="0">
                <a:solidFill>
                  <a:schemeClr val="bg1"/>
                </a:solidFill>
                <a:latin typeface="+mn-lt"/>
              </a:rPr>
              <a:t>Tool</a:t>
            </a:r>
            <a:endParaRPr lang="en-US" sz="2200" b="1" i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Shape 6"/>
          <p:cNvSpPr/>
          <p:nvPr/>
        </p:nvSpPr>
        <p:spPr>
          <a:xfrm>
            <a:off x="857250" y="3238500"/>
            <a:ext cx="7429500" cy="571500"/>
          </a:xfrm>
          <a:prstGeom prst="rightArrow">
            <a:avLst/>
          </a:prstGeom>
          <a:solidFill>
            <a:schemeClr val="accent4"/>
          </a:solidFill>
          <a:ln w="9525" cap="flat" cmpd="sng">
            <a:solidFill>
              <a:schemeClr val="tx1">
                <a:alpha val="25000"/>
              </a:schemeClr>
            </a:solidFill>
            <a:prstDash val="solid"/>
            <a:round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b="1" i="0" dirty="0">
                <a:solidFill>
                  <a:schemeClr val="bg1"/>
                </a:solidFill>
                <a:latin typeface="+mn-lt"/>
              </a:rPr>
              <a:t>Result goes back into the context</a:t>
            </a:r>
            <a:endParaRPr lang="en-US" sz="2200" b="1" i="0" dirty="0">
              <a:solidFill>
                <a:schemeClr val="bg1"/>
              </a:solidFill>
              <a:latin typeface="+mn-lt"/>
            </a:endParaRPr>
          </a:p>
        </p:txBody>
      </p:sp>
      <p:cxnSp>
        <p:nvCxnSpPr>
          <p:cNvPr id="7" name="Connector 7"/>
          <p:cNvCxnSpPr>
            <a:stCxn id="3" idx="3"/>
            <a:endCxn id="4" idx="1"/>
          </p:cNvCxnSpPr>
          <p:nvPr/>
        </p:nvCxnSpPr>
        <p:spPr>
          <a:xfrm>
            <a:off x="2952750" y="2333625"/>
            <a:ext cx="571500" cy="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round/>
            <a:tailEnd type="triangle" w="lg" len="lg"/>
          </a:ln>
        </p:spPr>
      </p:cxnSp>
      <p:cxnSp>
        <p:nvCxnSpPr>
          <p:cNvPr id="8" name="Connector 8"/>
          <p:cNvCxnSpPr>
            <a:stCxn id="4" idx="3"/>
            <a:endCxn id="5" idx="2"/>
          </p:cNvCxnSpPr>
          <p:nvPr/>
        </p:nvCxnSpPr>
        <p:spPr>
          <a:xfrm>
            <a:off x="5619750" y="2333625"/>
            <a:ext cx="571500" cy="0"/>
          </a:xfrm>
          <a:prstGeom prst="bentConnector3">
            <a:avLst/>
          </a:prstGeom>
          <a:ln w="19050" cap="flat" cmpd="sng">
            <a:solidFill>
              <a:schemeClr val="tx1"/>
            </a:solidFill>
            <a:prstDash val="solid"/>
            <a:round/>
            <a:tailEnd type="triangle" w="lg" len="lg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609600" y="342900"/>
            <a:ext cx="79248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dirty="0">
                <a:solidFill>
                  <a:schemeClr val="tx1"/>
                </a:solidFill>
                <a:latin typeface="+mj-lt"/>
              </a:rPr>
              <a:t>Two ways to call</a:t>
            </a:r>
            <a:endParaRPr lang="en-US" sz="3600" b="1" i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Text Placeholder 3"/>
          <p:cNvSpPr>
            <a:spLocks noGrp="1"/>
          </p:cNvSpPr>
          <p:nvPr>
            <p:ph type="body" idx="1"/>
          </p:nvPr>
        </p:nvSpPr>
        <p:spPr>
          <a:xfrm>
            <a:off x="609600" y="1409700"/>
            <a:ext cx="3810000" cy="3276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●"/>
            </a:pPr>
            <a:r>
              <a:rPr lang="en-US" sz="2200" b="0" i="0" dirty="0">
                <a:solidFill>
                  <a:schemeClr val="tx1"/>
                </a:solidFill>
                <a:latin typeface="+mn-lt"/>
              </a:rPr>
              <a:t>Text in, text out</a:t>
            </a:r>
            <a:endParaRPr lang="en-US" sz="2200" b="0" i="0" dirty="0">
              <a:solidFill>
                <a:schemeClr val="tx1"/>
              </a:solidFill>
              <a:latin typeface="+mn-lt"/>
            </a:endParaRPr>
          </a:p>
          <a:p>
            <a:pPr marL="571500" indent="-285750" lvl="1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○"/>
            </a:pPr>
            <a:r>
              <a:rPr lang="en-US" sz="2200" b="0" i="0" dirty="0">
                <a:solidFill>
                  <a:schemeClr val="tx1"/>
                </a:solidFill>
                <a:latin typeface="+mn-lt"/>
              </a:rPr>
              <a:t>Parse the reply yourself</a:t>
            </a:r>
            <a:endParaRPr lang="en-US" sz="2200" b="0" i="0" dirty="0">
              <a:solidFill>
                <a:schemeClr val="tx1"/>
              </a:solidFill>
              <a:latin typeface="+mn-lt"/>
            </a:endParaRPr>
          </a:p>
          <a:p>
            <a:pPr marL="285750" indent="-28575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●"/>
            </a:pPr>
            <a:r>
              <a:rPr lang="en-US" sz="2200" b="0" i="0" dirty="0">
                <a:solidFill>
                  <a:schemeClr val="tx1"/>
                </a:solidFill>
                <a:latin typeface="+mn-lt"/>
              </a:rPr>
              <a:t>Fragile, but works anywhere</a:t>
            </a:r>
            <a:endParaRPr lang="en-US" sz="2200" b="0" i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Text Placeholder 4"/>
          <p:cNvSpPr>
            <a:spLocks noGrp="1"/>
          </p:cNvSpPr>
          <p:nvPr>
            <p:ph type="body" idx="2"/>
          </p:nvPr>
        </p:nvSpPr>
        <p:spPr>
          <a:xfrm>
            <a:off x="4724400" y="1409700"/>
            <a:ext cx="3810000" cy="3276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●"/>
            </a:pPr>
            <a:r>
              <a:rPr lang="en-US" sz="2200" b="0" i="0" dirty="0">
                <a:solidFill>
                  <a:schemeClr val="tx1"/>
                </a:solidFill>
                <a:latin typeface="+mn-lt"/>
              </a:rPr>
              <a:t>Structured calls</a:t>
            </a:r>
            <a:endParaRPr lang="en-US" sz="2200" b="0" i="0" dirty="0">
              <a:solidFill>
                <a:schemeClr val="tx1"/>
              </a:solidFill>
              <a:latin typeface="+mn-lt"/>
            </a:endParaRPr>
          </a:p>
          <a:p>
            <a:pPr marL="571500" indent="-285750" lvl="1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○"/>
            </a:pPr>
            <a:r>
              <a:rPr lang="en-US" sz="2200" b="0" i="0" dirty="0">
                <a:solidFill>
                  <a:schemeClr val="tx1"/>
                </a:solidFill>
                <a:latin typeface="+mn-lt"/>
              </a:rPr>
              <a:t>A schema for every tool</a:t>
            </a:r>
            <a:endParaRPr lang="en-US" sz="2200" b="0" i="0" dirty="0">
              <a:solidFill>
                <a:schemeClr val="tx1"/>
              </a:solidFill>
              <a:latin typeface="+mn-lt"/>
            </a:endParaRPr>
          </a:p>
          <a:p>
            <a:pPr marL="571500" indent="-285750" lvl="1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○"/>
            </a:pPr>
            <a:r>
              <a:rPr lang="en-US" sz="2200" b="0" i="0" dirty="0">
                <a:solidFill>
                  <a:schemeClr val="tx1"/>
                </a:solidFill>
                <a:latin typeface="+mn-lt"/>
              </a:rPr>
              <a:t>The host checks the arguments</a:t>
            </a:r>
            <a:endParaRPr lang="en-US" sz="2200" b="0" i="0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609600" y="342900"/>
            <a:ext cx="79248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dirty="0">
                <a:solidFill>
                  <a:schemeClr val="tx1"/>
                </a:solidFill>
                <a:latin typeface="+mj-lt"/>
              </a:rPr>
              <a:t>What it costs</a:t>
            </a:r>
            <a:endParaRPr lang="en-US" sz="3600" b="1" i="0" dirty="0">
              <a:solidFill>
                <a:schemeClr val="tx1"/>
              </a:solidFill>
              <a:latin typeface="+mj-lt"/>
            </a:endParaRP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857250" y="1619250"/>
          <a:ext cx="7429500" cy="2095500"/>
        </p:xfrm>
        <a:graphic>
          <a:graphicData uri="http://schemas.openxmlformats.org/drawingml/2006/table">
            <a:tbl>
              <a:tblPr firstRow="1"/>
              <a:tblGrid>
                <a:gridCol w="2857500"/>
                <a:gridCol w="2286000"/>
                <a:gridCol w="2286000"/>
              </a:tblGrid>
              <a:tr h="52387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3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200" b="1" i="0" dirty="0">
                          <a:solidFill>
                            <a:schemeClr val="tx1"/>
                          </a:solidFill>
                          <a:latin typeface="+mn-lt"/>
                        </a:rPr>
                        <a:t>Approach</a:t>
                      </a:r>
                      <a:endParaRPr lang="en-US" sz="2200" b="1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9525">
                      <a:solidFill>
                        <a:schemeClr val="tx2">
                          <a:alpha val="30000"/>
                        </a:schemeClr>
                      </a:solidFill>
                    </a:lnL>
                    <a:lnR w="9525">
                      <a:solidFill>
                        <a:schemeClr val="tx2">
                          <a:alpha val="30000"/>
                        </a:schemeClr>
                      </a:solidFill>
                    </a:lnR>
                    <a:lnT w="9525">
                      <a:solidFill>
                        <a:schemeClr val="tx2">
                          <a:alpha val="30000"/>
                        </a:schemeClr>
                      </a:solidFill>
                    </a:lnT>
                    <a:lnB w="9525">
                      <a:solidFill>
                        <a:schemeClr val="tx2">
                          <a:alpha val="3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3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200" b="1" i="0" dirty="0">
                          <a:solidFill>
                            <a:schemeClr val="tx1"/>
                          </a:solidFill>
                          <a:latin typeface="+mn-lt"/>
                        </a:rPr>
                        <a:t>Latency</a:t>
                      </a:r>
                      <a:endParaRPr lang="en-US" sz="2200" b="1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9525">
                      <a:solidFill>
                        <a:schemeClr val="tx2">
                          <a:alpha val="30000"/>
                        </a:schemeClr>
                      </a:solidFill>
                    </a:lnL>
                    <a:lnR w="9525">
                      <a:solidFill>
                        <a:schemeClr val="tx2">
                          <a:alpha val="30000"/>
                        </a:schemeClr>
                      </a:solidFill>
                    </a:lnR>
                    <a:lnT w="9525">
                      <a:solidFill>
                        <a:schemeClr val="tx2">
                          <a:alpha val="30000"/>
                        </a:schemeClr>
                      </a:solidFill>
                    </a:lnT>
                    <a:lnB w="9525">
                      <a:solidFill>
                        <a:schemeClr val="tx2">
                          <a:alpha val="3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3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200" b="1" i="0" dirty="0">
                          <a:solidFill>
                            <a:schemeClr val="tx1"/>
                          </a:solidFill>
                          <a:latin typeface="+mn-lt"/>
                        </a:rPr>
                        <a:t>Tokens</a:t>
                      </a:r>
                      <a:endParaRPr lang="en-US" sz="2200" b="1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9525">
                      <a:solidFill>
                        <a:schemeClr val="tx2">
                          <a:alpha val="30000"/>
                        </a:schemeClr>
                      </a:solidFill>
                    </a:lnL>
                    <a:lnR w="9525">
                      <a:solidFill>
                        <a:schemeClr val="tx2">
                          <a:alpha val="30000"/>
                        </a:schemeClr>
                      </a:solidFill>
                    </a:lnR>
                    <a:lnT w="9525">
                      <a:solidFill>
                        <a:schemeClr val="tx2">
                          <a:alpha val="30000"/>
                        </a:schemeClr>
                      </a:solidFill>
                    </a:lnT>
                    <a:lnB w="9525">
                      <a:solidFill>
                        <a:schemeClr val="tx2">
                          <a:alpha val="30000"/>
                        </a:schemeClr>
                      </a:solidFill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3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latin typeface="+mn-lt"/>
                        </a:rPr>
                        <a:t>No tools</a:t>
                      </a:r>
                      <a:endParaRPr lang="en-US" sz="22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9525">
                      <a:solidFill>
                        <a:schemeClr val="tx2">
                          <a:alpha val="30000"/>
                        </a:schemeClr>
                      </a:solidFill>
                    </a:lnL>
                    <a:lnR w="9525">
                      <a:solidFill>
                        <a:schemeClr val="tx2">
                          <a:alpha val="30000"/>
                        </a:schemeClr>
                      </a:solidFill>
                    </a:lnR>
                    <a:lnT w="9525">
                      <a:solidFill>
                        <a:schemeClr val="tx2">
                          <a:alpha val="30000"/>
                        </a:schemeClr>
                      </a:solidFill>
                    </a:lnT>
                    <a:lnB w="9525">
                      <a:solidFill>
                        <a:schemeClr val="tx2">
                          <a:alpha val="3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3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latin typeface="+mn-lt"/>
                        </a:rPr>
                        <a:t>0.8 s</a:t>
                      </a:r>
                      <a:endParaRPr lang="en-US" sz="22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9525">
                      <a:solidFill>
                        <a:schemeClr val="tx2">
                          <a:alpha val="30000"/>
                        </a:schemeClr>
                      </a:solidFill>
                    </a:lnL>
                    <a:lnR w="9525">
                      <a:solidFill>
                        <a:schemeClr val="tx2">
                          <a:alpha val="30000"/>
                        </a:schemeClr>
                      </a:solidFill>
                    </a:lnR>
                    <a:lnT w="9525">
                      <a:solidFill>
                        <a:schemeClr val="tx2">
                          <a:alpha val="30000"/>
                        </a:schemeClr>
                      </a:solidFill>
                    </a:lnT>
                    <a:lnB w="9525">
                      <a:solidFill>
                        <a:schemeClr val="tx2">
                          <a:alpha val="3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3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latin typeface="+mn-lt"/>
                        </a:rPr>
                        <a:t>400</a:t>
                      </a:r>
                      <a:endParaRPr lang="en-US" sz="22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9525">
                      <a:solidFill>
                        <a:schemeClr val="tx2">
                          <a:alpha val="30000"/>
                        </a:schemeClr>
                      </a:solidFill>
                    </a:lnL>
                    <a:lnR w="9525">
                      <a:solidFill>
                        <a:schemeClr val="tx2">
                          <a:alpha val="30000"/>
                        </a:schemeClr>
                      </a:solidFill>
                    </a:lnR>
                    <a:lnT w="9525">
                      <a:solidFill>
                        <a:schemeClr val="tx2">
                          <a:alpha val="30000"/>
                        </a:schemeClr>
                      </a:solidFill>
                    </a:lnT>
                    <a:lnB w="9525">
                      <a:solidFill>
                        <a:schemeClr val="tx2">
                          <a:alpha val="30000"/>
                        </a:schemeClr>
                      </a:solidFill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3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latin typeface="+mn-lt"/>
                        </a:rPr>
                        <a:t>One search</a:t>
                      </a:r>
                      <a:endParaRPr lang="en-US" sz="22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9525">
                      <a:solidFill>
                        <a:schemeClr val="tx2">
                          <a:alpha val="30000"/>
                        </a:schemeClr>
                      </a:solidFill>
                    </a:lnL>
                    <a:lnR w="9525">
                      <a:solidFill>
                        <a:schemeClr val="tx2">
                          <a:alpha val="30000"/>
                        </a:schemeClr>
                      </a:solidFill>
                    </a:lnR>
                    <a:lnT w="9525">
                      <a:solidFill>
                        <a:schemeClr val="tx2">
                          <a:alpha val="30000"/>
                        </a:schemeClr>
                      </a:solidFill>
                    </a:lnT>
                    <a:lnB w="9525">
                      <a:solidFill>
                        <a:schemeClr val="tx2">
                          <a:alpha val="3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3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latin typeface="+mn-lt"/>
                        </a:rPr>
                        <a:t>2.1 s</a:t>
                      </a:r>
                      <a:endParaRPr lang="en-US" sz="22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9525">
                      <a:solidFill>
                        <a:schemeClr val="tx2">
                          <a:alpha val="30000"/>
                        </a:schemeClr>
                      </a:solidFill>
                    </a:lnL>
                    <a:lnR w="9525">
                      <a:solidFill>
                        <a:schemeClr val="tx2">
                          <a:alpha val="30000"/>
                        </a:schemeClr>
                      </a:solidFill>
                    </a:lnR>
                    <a:lnT w="9525">
                      <a:solidFill>
                        <a:schemeClr val="tx2">
                          <a:alpha val="30000"/>
                        </a:schemeClr>
                      </a:solidFill>
                    </a:lnT>
                    <a:lnB w="9525">
                      <a:solidFill>
                        <a:schemeClr val="tx2">
                          <a:alpha val="3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3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latin typeface="+mn-lt"/>
                        </a:rPr>
                        <a:t>1 900</a:t>
                      </a:r>
                      <a:endParaRPr lang="en-US" sz="22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9525">
                      <a:solidFill>
                        <a:schemeClr val="tx2">
                          <a:alpha val="30000"/>
                        </a:schemeClr>
                      </a:solidFill>
                    </a:lnL>
                    <a:lnR w="9525">
                      <a:solidFill>
                        <a:schemeClr val="tx2">
                          <a:alpha val="30000"/>
                        </a:schemeClr>
                      </a:solidFill>
                    </a:lnR>
                    <a:lnT w="9525">
                      <a:solidFill>
                        <a:schemeClr val="tx2">
                          <a:alpha val="30000"/>
                        </a:schemeClr>
                      </a:solidFill>
                    </a:lnT>
                    <a:lnB w="9525">
                      <a:solidFill>
                        <a:schemeClr val="tx2">
                          <a:alpha val="30000"/>
                        </a:schemeClr>
                      </a:solidFill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3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latin typeface="+mn-lt"/>
                        </a:rPr>
                        <a:t>Three-step plan</a:t>
                      </a:r>
                      <a:endParaRPr lang="en-US" sz="22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9525">
                      <a:solidFill>
                        <a:schemeClr val="tx2">
                          <a:alpha val="30000"/>
                        </a:schemeClr>
                      </a:solidFill>
                    </a:lnL>
                    <a:lnR w="9525">
                      <a:solidFill>
                        <a:schemeClr val="tx2">
                          <a:alpha val="30000"/>
                        </a:schemeClr>
                      </a:solidFill>
                    </a:lnR>
                    <a:lnT w="9525">
                      <a:solidFill>
                        <a:schemeClr val="tx2">
                          <a:alpha val="30000"/>
                        </a:schemeClr>
                      </a:solidFill>
                    </a:lnT>
                    <a:lnB w="9525">
                      <a:solidFill>
                        <a:schemeClr val="tx2">
                          <a:alpha val="3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3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latin typeface="+mn-lt"/>
                        </a:rPr>
                        <a:t>5.6 s</a:t>
                      </a:r>
                      <a:endParaRPr lang="en-US" sz="22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9525">
                      <a:solidFill>
                        <a:schemeClr val="tx2">
                          <a:alpha val="30000"/>
                        </a:schemeClr>
                      </a:solidFill>
                    </a:lnL>
                    <a:lnR w="9525">
                      <a:solidFill>
                        <a:schemeClr val="tx2">
                          <a:alpha val="30000"/>
                        </a:schemeClr>
                      </a:solidFill>
                    </a:lnR>
                    <a:lnT w="9525">
                      <a:solidFill>
                        <a:schemeClr val="tx2">
                          <a:alpha val="30000"/>
                        </a:schemeClr>
                      </a:solidFill>
                    </a:lnT>
                    <a:lnB w="9525">
                      <a:solidFill>
                        <a:schemeClr val="tx2">
                          <a:alpha val="3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3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latin typeface="+mn-lt"/>
                        </a:rPr>
                        <a:t>4 300</a:t>
                      </a:r>
                      <a:endParaRPr lang="en-US" sz="22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9525">
                      <a:solidFill>
                        <a:schemeClr val="tx2">
                          <a:alpha val="30000"/>
                        </a:schemeClr>
                      </a:solidFill>
                    </a:lnL>
                    <a:lnR w="9525">
                      <a:solidFill>
                        <a:schemeClr val="tx2">
                          <a:alpha val="30000"/>
                        </a:schemeClr>
                      </a:solidFill>
                    </a:lnR>
                    <a:lnT w="9525">
                      <a:solidFill>
                        <a:schemeClr val="tx2">
                          <a:alpha val="30000"/>
                        </a:schemeClr>
                      </a:solidFill>
                    </a:lnT>
                    <a:lnB w="9525">
                      <a:solidFill>
                        <a:schemeClr val="tx2">
                          <a:alpha val="30000"/>
                        </a:schemeClr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/>
          </p:cNvSpPr>
          <p:nvPr>
            <p:ph type="body" idx="1"/>
          </p:nvPr>
        </p:nvSpPr>
        <p:spPr>
          <a:xfrm>
            <a:off x="914400" y="1181100"/>
            <a:ext cx="7315200" cy="2209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Autofit/>
          </a:bodyPr>
          <a:lstStyle/>
          <a:p>
            <a:pPr marL="0" indent="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1" dirty="0">
                <a:solidFill>
                  <a:schemeClr val="tx1"/>
                </a:solidFill>
                <a:latin typeface="+mj-lt"/>
              </a:rPr>
              <a:t>A tool is a question the model can ask the world.</a:t>
            </a:r>
            <a:endParaRPr lang="en-US" sz="3200" b="0" i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Text Placeholder 3"/>
          <p:cNvSpPr>
            <a:spLocks noGrp="1"/>
          </p:cNvSpPr>
          <p:nvPr>
            <p:ph type="body" idx="2"/>
          </p:nvPr>
        </p:nvSpPr>
        <p:spPr>
          <a:xfrm>
            <a:off x="914400" y="35433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chemeClr val="tx2"/>
                </a:solidFill>
                <a:latin typeface="+mn-lt"/>
              </a:rPr>
              <a:t>Anonymous</a:t>
            </a:r>
            <a:endParaRPr lang="en-US" sz="1400" b="0" i="0" dirty="0">
              <a:solidFill>
                <a:schemeClr val="tx2"/>
              </a:solidFill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ght">
  <a:themeElements>
    <a:clrScheme name="Light">
      <a:dk1>
        <a:srgbClr val="202124"/>
      </a:dk1>
      <a:lt1>
        <a:srgbClr val="FFFFFF"/>
      </a:lt1>
      <a:dk2>
        <a:srgbClr val="5F6368"/>
      </a:dk2>
      <a:lt2>
        <a:srgbClr val="F1F3F4"/>
      </a:lt2>
      <a:accent1>
        <a:srgbClr val="1A73E8"/>
      </a:accent1>
      <a:accent2>
        <a:srgbClr val="EA4335"/>
      </a:accent2>
      <a:accent3>
        <a:srgbClr val="FBBC04"/>
      </a:accent3>
      <a:accent4>
        <a:srgbClr val="34A853"/>
      </a:accent4>
      <a:accent5>
        <a:srgbClr val="FF6D01"/>
      </a:accent5>
      <a:accent6>
        <a:srgbClr val="46BDC6"/>
      </a:accent6>
      <a:hlink>
        <a:srgbClr val="1A73E8"/>
      </a:hlink>
      <a:folHlink>
        <a:srgbClr val="1A73E8"/>
      </a:folHlink>
    </a:clrScheme>
    <a:fontScheme name="Light">
      <a:majorFont>
        <a:latin typeface="Inter" pitchFamily="34" charset="0"/>
        <a:ea typeface=""/>
        <a:cs typeface=""/>
      </a:majorFont>
      <a:minorFont>
        <a:latin typeface="Inter" pitchFamily="34" charset="0"/>
        <a:ea typeface=""/>
        <a:cs typeface=""/>
      </a:minorFont>
    </a:fontScheme>
    <a:fmtScheme name="Kasten">
      <a:fillStyleLst>
        <a:solidFill>
          <a:schemeClr val="phClr"/>
        </a:solidFill>
        <a:solidFill>
          <a:schemeClr val="phClr">
            <a:tint val="80000"/>
          </a:schemeClr>
        </a:solidFill>
        <a:solidFill>
          <a:schemeClr val="phClr">
            <a:shade val="9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ight Notes">
  <a:themeElements>
    <a:clrScheme name="Light Notes">
      <a:dk1>
        <a:srgbClr val="202124"/>
      </a:dk1>
      <a:lt1>
        <a:srgbClr val="FFFFFF"/>
      </a:lt1>
      <a:dk2>
        <a:srgbClr val="5F6368"/>
      </a:dk2>
      <a:lt2>
        <a:srgbClr val="F1F3F4"/>
      </a:lt2>
      <a:accent1>
        <a:srgbClr val="1A73E8"/>
      </a:accent1>
      <a:accent2>
        <a:srgbClr val="EA4335"/>
      </a:accent2>
      <a:accent3>
        <a:srgbClr val="FBBC04"/>
      </a:accent3>
      <a:accent4>
        <a:srgbClr val="34A853"/>
      </a:accent4>
      <a:accent5>
        <a:srgbClr val="FF6D01"/>
      </a:accent5>
      <a:accent6>
        <a:srgbClr val="46BDC6"/>
      </a:accent6>
      <a:hlink>
        <a:srgbClr val="1A73E8"/>
      </a:hlink>
      <a:folHlink>
        <a:srgbClr val="1A73E8"/>
      </a:folHlink>
    </a:clrScheme>
    <a:fontScheme name="Light Notes">
      <a:majorFont>
        <a:latin typeface="Inter" pitchFamily="34" charset="0"/>
        <a:ea typeface=""/>
        <a:cs typeface=""/>
      </a:majorFont>
      <a:minorFont>
        <a:latin typeface="Inter" pitchFamily="34" charset="0"/>
        <a:ea typeface=""/>
        <a:cs typeface=""/>
      </a:minorFont>
    </a:fontScheme>
    <a:fmtScheme name="Kasten">
      <a:fillStyleLst>
        <a:solidFill>
          <a:schemeClr val="phClr"/>
        </a:solidFill>
        <a:solidFill>
          <a:schemeClr val="phClr">
            <a:tint val="80000"/>
          </a:schemeClr>
        </a:solidFill>
        <a:solidFill>
          <a:schemeClr val="phClr">
            <a:shade val="9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Kasten Slides</Application>
  <PresentationFormat>On-screen Show (16:9)</PresentationFormat>
  <Slides>6</Slides>
  <Notes>6</Notes>
  <HiddenSlides>0</HiddenSlide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Tool use in language models</dc:title>
  <dc:creator>Kasten Slides</dc:creator>
  <cp:lastModifiedBy>Kasten Slides</cp:lastModifiedBy>
</cp:coreProperties>
</file>